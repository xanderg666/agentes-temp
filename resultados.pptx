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87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92A36-0C1D-5D47-B3AA-04A1844024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C26F0A-90F9-7AFA-D1D8-EF14D68330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C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9C4835-C0DC-C4C1-37B8-DD29F78D0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B117A-F873-4070-9F43-A8DD38980A29}" type="datetimeFigureOut">
              <a:rPr lang="es-CO" smtClean="0"/>
              <a:t>11/12/2025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127996-8E75-C283-33FE-80DE8F77D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473ECD-431C-71EA-7DCD-52F533517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0CDAA-F929-45EF-B3B1-A18AC75C34FC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323580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EF289-558B-B51D-94FA-B0973AFB7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C0C014-640E-AF62-54B0-A8F7314A41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711C38-BC9D-9F1A-E384-2C7D50F7E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B117A-F873-4070-9F43-A8DD38980A29}" type="datetimeFigureOut">
              <a:rPr lang="es-CO" smtClean="0"/>
              <a:t>11/12/2025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E2C97C-2731-559F-6FDC-7B30D1325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F700E5-A016-68E3-F227-17D0274AE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0CDAA-F929-45EF-B3B1-A18AC75C34FC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728032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9EBC2-9E2B-66E2-2518-29A400A6D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C9FA84-A483-E017-5A69-5B341EA4A9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57908D-431F-BD02-931E-DC7B9883A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B117A-F873-4070-9F43-A8DD38980A29}" type="datetimeFigureOut">
              <a:rPr lang="es-CO" smtClean="0"/>
              <a:t>11/12/2025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DE0295-8F36-0877-CBFE-B1113FDE7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D65C2F-2305-93ED-4A5F-93B9624B4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0CDAA-F929-45EF-B3B1-A18AC75C34FC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00664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6AD46-BF9A-21A4-2DFA-3A2AD8DD7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F9F6F8-AFA2-EB23-61AD-F08AF412D3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C61E50-6574-A28C-AFCA-D2076FEDC8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A87B31-8016-8F77-A1C8-AC6ADED11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B117A-F873-4070-9F43-A8DD38980A29}" type="datetimeFigureOut">
              <a:rPr lang="es-CO" smtClean="0"/>
              <a:t>11/12/2025</a:t>
            </a:fld>
            <a:endParaRPr lang="es-C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84D613-7735-A866-6D22-9C9AB9671E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C802A7-19FE-9C11-529F-42A0E7F21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0CDAA-F929-45EF-B3B1-A18AC75C34FC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099852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3861B-D075-C4A2-3F99-A7CEFFF6DA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2110C9-DD1E-8709-6BF4-263983ABCC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D1A59C-C911-CF91-AACF-16FCD2D3F8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E8CD00-CA9B-B54E-4F3E-0F502F831A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5E3D29-FE93-9072-F594-BBAFDE9510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4A1777-280E-BE23-494C-0B400C29B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B117A-F873-4070-9F43-A8DD38980A29}" type="datetimeFigureOut">
              <a:rPr lang="es-CO" smtClean="0"/>
              <a:t>11/12/2025</a:t>
            </a:fld>
            <a:endParaRPr lang="es-CO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3889A4-710F-C0E4-BD2C-DC7C7388D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064BF5F-73E5-6C36-B57E-8C8EDD70D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0CDAA-F929-45EF-B3B1-A18AC75C34FC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129274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F950F-56D9-2F99-3F52-616EB0FC7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C1F13C-1E6C-624B-C79C-7FFA8191D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B117A-F873-4070-9F43-A8DD38980A29}" type="datetimeFigureOut">
              <a:rPr lang="es-CO" smtClean="0"/>
              <a:t>11/12/2025</a:t>
            </a:fld>
            <a:endParaRPr lang="es-CO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610BFD-DA03-9935-07B4-52F112551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685042-65D4-FB7E-30AE-532C75A81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0CDAA-F929-45EF-B3B1-A18AC75C34FC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654415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180F7E-7908-A4DA-1729-F25270902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B117A-F873-4070-9F43-A8DD38980A29}" type="datetimeFigureOut">
              <a:rPr lang="es-CO" smtClean="0"/>
              <a:t>11/12/2025</a:t>
            </a:fld>
            <a:endParaRPr lang="es-CO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870967-61D0-EA18-AA98-B1129E6F3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1AEFEE-C2C6-BCD6-5D73-8F09864D3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0CDAA-F929-45EF-B3B1-A18AC75C34FC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163225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CC88A-C1D1-718C-8B69-538B8E564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7F3BE0-15AF-0969-F4C8-0F841D33FD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C4F1D9-21AB-935A-E56B-3C2A51383E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7FD96D-6BA8-BBED-203B-668B06CDC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B117A-F873-4070-9F43-A8DD38980A29}" type="datetimeFigureOut">
              <a:rPr lang="es-CO" smtClean="0"/>
              <a:t>11/12/2025</a:t>
            </a:fld>
            <a:endParaRPr lang="es-C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5950F7-B7B8-B3AF-3E78-A8DFEEF14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4E9795-59CD-0EFB-CD2B-6708D50B0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0CDAA-F929-45EF-B3B1-A18AC75C34FC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889091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6A2F6-A752-EB74-2944-E14A8AF72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6D75CA6-1C85-0CF2-77A7-E4D5768D63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FC199C-944E-A0CA-0EEF-B256D426B3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F84151-23AE-E0EB-A0D1-5C8542224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B117A-F873-4070-9F43-A8DD38980A29}" type="datetimeFigureOut">
              <a:rPr lang="es-CO" smtClean="0"/>
              <a:t>11/12/2025</a:t>
            </a:fld>
            <a:endParaRPr lang="es-C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CEA996-70CD-D322-83F7-20CFBE441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731BA0-C304-6569-4A4B-D9682E7BF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0CDAA-F929-45EF-B3B1-A18AC75C34FC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482116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9D76B-F392-44E1-7357-8EEF50031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0D8262-8AEC-6784-532E-23B9EAAC16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F83AAF-18A8-65A3-3B75-52361A1C1C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B117A-F873-4070-9F43-A8DD38980A29}" type="datetimeFigureOut">
              <a:rPr lang="es-CO" smtClean="0"/>
              <a:t>11/12/2025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780CF1-27F4-5DDF-50E3-11BC88060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F90E2E-2CFD-B5F4-FC89-DD018BB39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0CDAA-F929-45EF-B3B1-A18AC75C34FC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604813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7F0CB7-B713-F784-D18E-3144F2F51A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D6F967-261E-FB6B-4146-8A0EBB1ABB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249F41-6AC8-9F2F-F90B-19A4D2F98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B117A-F873-4070-9F43-A8DD38980A29}" type="datetimeFigureOut">
              <a:rPr lang="es-CO" smtClean="0"/>
              <a:t>11/12/2025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0EB7FB-B1E2-821D-7EB4-B68FFB847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BF34C9-D8B2-7E78-A019-EBDC4C81B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0CDAA-F929-45EF-B3B1-A18AC75C34FC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85391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1684316-1BF3-A994-314D-5431D10F5A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8FE949-4301-FC42-2BB8-2625EB4B4E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96BBBA-1345-91D9-D6D3-13A97929B2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8B117A-F873-4070-9F43-A8DD38980A29}" type="datetimeFigureOut">
              <a:rPr lang="es-CO" smtClean="0"/>
              <a:t>11/12/2025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ACE9AC-3957-2E4B-4D96-1691912DA5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6F532E-2187-7200-20B1-16BE4F1F92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A0CDAA-F929-45EF-B3B1-A18AC75C34FC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507088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40DED-06E5-2385-FDB1-B15C9D9E6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Snagit_SNGOUT2127">
            <a:extLst>
              <a:ext uri="{FF2B5EF4-FFF2-40B4-BE49-F238E27FC236}">
                <a16:creationId xmlns:a16="http://schemas.microsoft.com/office/drawing/2014/main" id="{7EE1BF61-22C4-F2EE-AF7B-B47582F50C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203344"/>
            <a:ext cx="10515600" cy="3595899"/>
          </a:xfrm>
        </p:spPr>
      </p:pic>
    </p:spTree>
    <p:extLst>
      <p:ext uri="{BB962C8B-B14F-4D97-AF65-F5344CB8AC3E}">
        <p14:creationId xmlns:p14="http://schemas.microsoft.com/office/powerpoint/2010/main" val="38213671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63658-B436-2C82-918E-543A08200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Snagit_SNGOUT2137">
            <a:extLst>
              <a:ext uri="{FF2B5EF4-FFF2-40B4-BE49-F238E27FC236}">
                <a16:creationId xmlns:a16="http://schemas.microsoft.com/office/drawing/2014/main" id="{FF8E5CB0-54B6-BBF9-496F-8B7F0F4240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881743"/>
            <a:ext cx="10515600" cy="4239101"/>
          </a:xfrm>
        </p:spPr>
      </p:pic>
    </p:spTree>
    <p:extLst>
      <p:ext uri="{BB962C8B-B14F-4D97-AF65-F5344CB8AC3E}">
        <p14:creationId xmlns:p14="http://schemas.microsoft.com/office/powerpoint/2010/main" val="6162005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5660C-643F-A19F-1641-D06818108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Snagit_SNGOUT2147">
            <a:extLst>
              <a:ext uri="{FF2B5EF4-FFF2-40B4-BE49-F238E27FC236}">
                <a16:creationId xmlns:a16="http://schemas.microsoft.com/office/drawing/2014/main" id="{E8B19661-9D78-CA40-508B-6E6E0ED972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203344"/>
            <a:ext cx="10515600" cy="3595899"/>
          </a:xfrm>
        </p:spPr>
      </p:pic>
    </p:spTree>
    <p:extLst>
      <p:ext uri="{BB962C8B-B14F-4D97-AF65-F5344CB8AC3E}">
        <p14:creationId xmlns:p14="http://schemas.microsoft.com/office/powerpoint/2010/main" val="33934291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DAD3D-908D-C080-CBEE-A5A6B654C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Snagit_SNGOUT2127">
            <a:extLst>
              <a:ext uri="{FF2B5EF4-FFF2-40B4-BE49-F238E27FC236}">
                <a16:creationId xmlns:a16="http://schemas.microsoft.com/office/drawing/2014/main" id="{10B33E5D-E8C9-CF65-08C4-5A3E389489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203344"/>
            <a:ext cx="10515600" cy="3595899"/>
          </a:xfrm>
        </p:spPr>
      </p:pic>
    </p:spTree>
    <p:extLst>
      <p:ext uri="{BB962C8B-B14F-4D97-AF65-F5344CB8AC3E}">
        <p14:creationId xmlns:p14="http://schemas.microsoft.com/office/powerpoint/2010/main" val="36155980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D80D3F6-1D50-CD31-F3D1-8FFCE8EDFBFB}"/>
              </a:ext>
            </a:extLst>
          </p:cNvPr>
          <p:cNvSpPr/>
          <p:nvPr/>
        </p:nvSpPr>
        <p:spPr>
          <a:xfrm>
            <a:off x="2105027" y="962024"/>
            <a:ext cx="1228724" cy="5429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ADW</a:t>
            </a:r>
            <a:endParaRPr lang="es-CO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ECD15F0-ED6C-93AC-3231-F027DFFB0BDD}"/>
              </a:ext>
            </a:extLst>
          </p:cNvPr>
          <p:cNvSpPr/>
          <p:nvPr/>
        </p:nvSpPr>
        <p:spPr>
          <a:xfrm>
            <a:off x="1962150" y="4238625"/>
            <a:ext cx="2276475" cy="62865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VM</a:t>
            </a:r>
            <a:endParaRPr lang="es-CO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39B7D7F-4B23-8DC1-E068-4AD5ADCF7F7A}"/>
              </a:ext>
            </a:extLst>
          </p:cNvPr>
          <p:cNvSpPr/>
          <p:nvPr/>
        </p:nvSpPr>
        <p:spPr>
          <a:xfrm>
            <a:off x="1952625" y="5429250"/>
            <a:ext cx="771525" cy="628650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Redis</a:t>
            </a:r>
            <a:endParaRPr lang="es-CO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D7DB084-A70B-3BDF-F7E2-A1A66AE7FE31}"/>
              </a:ext>
            </a:extLst>
          </p:cNvPr>
          <p:cNvSpPr/>
          <p:nvPr/>
        </p:nvSpPr>
        <p:spPr>
          <a:xfrm>
            <a:off x="2933700" y="5429250"/>
            <a:ext cx="1304925" cy="628650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Langchain</a:t>
            </a:r>
            <a:endParaRPr lang="en-US" dirty="0"/>
          </a:p>
          <a:p>
            <a:pPr algn="ctr"/>
            <a:r>
              <a:rPr lang="en-US" dirty="0" err="1"/>
              <a:t>Agente</a:t>
            </a:r>
            <a:endParaRPr lang="es-CO" dirty="0"/>
          </a:p>
        </p:txBody>
      </p: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1CCE6590-1B3B-5EB5-0539-735518F7D283}"/>
              </a:ext>
            </a:extLst>
          </p:cNvPr>
          <p:cNvCxnSpPr>
            <a:cxnSpLocks/>
            <a:stCxn id="13" idx="2"/>
            <a:endCxn id="5" idx="0"/>
          </p:cNvCxnSpPr>
          <p:nvPr/>
        </p:nvCxnSpPr>
        <p:spPr>
          <a:xfrm rot="5400000">
            <a:off x="2207420" y="2226469"/>
            <a:ext cx="2905125" cy="1119187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59EE2853-49E2-9E20-7124-02326D99266B}"/>
              </a:ext>
            </a:extLst>
          </p:cNvPr>
          <p:cNvSpPr/>
          <p:nvPr/>
        </p:nvSpPr>
        <p:spPr>
          <a:xfrm>
            <a:off x="3567112" y="1066800"/>
            <a:ext cx="1304925" cy="2667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endpoints</a:t>
            </a:r>
            <a:endParaRPr lang="es-CO" sz="12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0A75EFB-471B-A170-9DBC-E5B21A9A8A91}"/>
              </a:ext>
            </a:extLst>
          </p:cNvPr>
          <p:cNvSpPr txBox="1"/>
          <p:nvPr/>
        </p:nvSpPr>
        <p:spPr>
          <a:xfrm>
            <a:off x="4810123" y="757565"/>
            <a:ext cx="353377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100" dirty="0"/>
              <a:t>https://&lt;hostname&gt;/ords/br_llama/llama_api/runsql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A715522-24AE-B2F7-F956-86735398AF53}"/>
              </a:ext>
            </a:extLst>
          </p:cNvPr>
          <p:cNvSpPr txBox="1"/>
          <p:nvPr/>
        </p:nvSpPr>
        <p:spPr>
          <a:xfrm>
            <a:off x="4810123" y="1019175"/>
            <a:ext cx="6096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s-CO"/>
            </a:defPPr>
            <a:lvl1pPr>
              <a:defRPr sz="1100"/>
            </a:lvl1pPr>
          </a:lstStyle>
          <a:p>
            <a:r>
              <a:rPr lang="es-CO" dirty="0"/>
              <a:t>https://&lt;hostname&gt;/ords/br_llama/llama_api/narrate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862FDC3-606C-F474-CCB8-8B5E42921778}"/>
              </a:ext>
            </a:extLst>
          </p:cNvPr>
          <p:cNvSpPr txBox="1"/>
          <p:nvPr/>
        </p:nvSpPr>
        <p:spPr>
          <a:xfrm>
            <a:off x="4810123" y="1280785"/>
            <a:ext cx="6096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s-CO"/>
            </a:defPPr>
            <a:lvl1pPr>
              <a:defRPr sz="1100"/>
            </a:lvl1pPr>
          </a:lstStyle>
          <a:p>
            <a:r>
              <a:rPr lang="es-CO" dirty="0"/>
              <a:t>https://&lt;hostname&gt;/ords/br_llama/llama_api/agent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215F87C-AD5C-0E90-5871-EA29F820EB81}"/>
              </a:ext>
            </a:extLst>
          </p:cNvPr>
          <p:cNvSpPr txBox="1"/>
          <p:nvPr/>
        </p:nvSpPr>
        <p:spPr>
          <a:xfrm>
            <a:off x="4810123" y="1504949"/>
            <a:ext cx="6096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s-CO"/>
            </a:defPPr>
            <a:lvl1pPr>
              <a:defRPr sz="1100"/>
            </a:lvl1pPr>
          </a:lstStyle>
          <a:p>
            <a:r>
              <a:rPr lang="es-CO" dirty="0"/>
              <a:t>https://&lt;hostname&gt;/ords/br_llama/llama_api/genai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C9BFA292-25BE-5D27-834C-17F56112EF3C}"/>
              </a:ext>
            </a:extLst>
          </p:cNvPr>
          <p:cNvSpPr/>
          <p:nvPr/>
        </p:nvSpPr>
        <p:spPr>
          <a:xfrm>
            <a:off x="2978944" y="757565"/>
            <a:ext cx="1119187" cy="352425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Llama- Maverick</a:t>
            </a:r>
            <a:endParaRPr lang="es-CO" sz="1100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42C4D2B3-00BF-1849-BD6A-A90341873DBF}"/>
              </a:ext>
            </a:extLst>
          </p:cNvPr>
          <p:cNvSpPr/>
          <p:nvPr/>
        </p:nvSpPr>
        <p:spPr>
          <a:xfrm>
            <a:off x="3976687" y="5200322"/>
            <a:ext cx="942975" cy="352425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Cohere</a:t>
            </a:r>
            <a:endParaRPr lang="es-CO" sz="1100" dirty="0"/>
          </a:p>
        </p:txBody>
      </p: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C8C2AE4D-0D3D-AEF8-D021-F73161B17B2B}"/>
              </a:ext>
            </a:extLst>
          </p:cNvPr>
          <p:cNvCxnSpPr>
            <a:stCxn id="6" idx="0"/>
            <a:endCxn id="5" idx="2"/>
          </p:cNvCxnSpPr>
          <p:nvPr/>
        </p:nvCxnSpPr>
        <p:spPr>
          <a:xfrm rot="5400000" flipH="1" flipV="1">
            <a:off x="2438401" y="4767263"/>
            <a:ext cx="561975" cy="762000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102034B0-7831-C6AA-67C4-F96F866801A7}"/>
              </a:ext>
            </a:extLst>
          </p:cNvPr>
          <p:cNvCxnSpPr>
            <a:stCxn id="5" idx="2"/>
            <a:endCxn id="7" idx="0"/>
          </p:cNvCxnSpPr>
          <p:nvPr/>
        </p:nvCxnSpPr>
        <p:spPr>
          <a:xfrm rot="16200000" flipH="1">
            <a:off x="3062288" y="4905374"/>
            <a:ext cx="561975" cy="485775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1D9248AB-227F-FD75-9B10-9F2104675202}"/>
              </a:ext>
            </a:extLst>
          </p:cNvPr>
          <p:cNvSpPr/>
          <p:nvPr/>
        </p:nvSpPr>
        <p:spPr>
          <a:xfrm>
            <a:off x="3819525" y="3752851"/>
            <a:ext cx="857250" cy="628650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Front</a:t>
            </a:r>
            <a:endParaRPr lang="es-CO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0358370-01D1-0F28-6670-BD70430AEB07}"/>
              </a:ext>
            </a:extLst>
          </p:cNvPr>
          <p:cNvSpPr txBox="1"/>
          <p:nvPr/>
        </p:nvSpPr>
        <p:spPr>
          <a:xfrm>
            <a:off x="7215188" y="3429000"/>
            <a:ext cx="4348162" cy="3416320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s-CO" dirty="0" err="1"/>
              <a:t>Flask</a:t>
            </a:r>
            <a:r>
              <a:rPr lang="es-CO" dirty="0"/>
              <a:t> actúa como "proxy inteligente“ -&gt; Recibe la pregunta.</a:t>
            </a:r>
          </a:p>
          <a:p>
            <a:pPr marL="342900" indent="-342900">
              <a:buAutoNum type="arabicPeriod"/>
            </a:pPr>
            <a:endParaRPr lang="es-CO" dirty="0"/>
          </a:p>
          <a:p>
            <a:r>
              <a:rPr lang="es-CO" dirty="0"/>
              <a:t>2. Consulta historial de conversación</a:t>
            </a:r>
          </a:p>
          <a:p>
            <a:endParaRPr lang="es-CO" dirty="0"/>
          </a:p>
          <a:p>
            <a:r>
              <a:rPr lang="es-CO" dirty="0"/>
              <a:t>3. </a:t>
            </a:r>
            <a:r>
              <a:rPr lang="es-CO" dirty="0" err="1"/>
              <a:t>LangChain</a:t>
            </a:r>
            <a:r>
              <a:rPr lang="es-CO" dirty="0"/>
              <a:t> reformula la pregunta</a:t>
            </a:r>
          </a:p>
          <a:p>
            <a:endParaRPr lang="es-CO" dirty="0"/>
          </a:p>
          <a:p>
            <a:r>
              <a:rPr lang="es-CO" dirty="0"/>
              <a:t>4. </a:t>
            </a:r>
            <a:r>
              <a:rPr lang="es-CO" dirty="0" err="1"/>
              <a:t>LangChain</a:t>
            </a:r>
            <a:r>
              <a:rPr lang="es-CO" dirty="0"/>
              <a:t> DECIDE qué </a:t>
            </a:r>
            <a:r>
              <a:rPr lang="es-CO" dirty="0" err="1"/>
              <a:t>endpoint</a:t>
            </a:r>
            <a:r>
              <a:rPr lang="es-CO" dirty="0"/>
              <a:t> usar</a:t>
            </a:r>
          </a:p>
          <a:p>
            <a:r>
              <a:rPr lang="es-CO" dirty="0"/>
              <a:t>   • </a:t>
            </a:r>
            <a:r>
              <a:rPr lang="es-CO" dirty="0" err="1"/>
              <a:t>runsql</a:t>
            </a:r>
            <a:r>
              <a:rPr lang="es-CO" dirty="0"/>
              <a:t> (datos crudos)</a:t>
            </a:r>
          </a:p>
          <a:p>
            <a:r>
              <a:rPr lang="es-CO" dirty="0"/>
              <a:t>   • </a:t>
            </a:r>
            <a:r>
              <a:rPr lang="es-CO" dirty="0" err="1"/>
              <a:t>narrate</a:t>
            </a:r>
            <a:r>
              <a:rPr lang="es-CO" dirty="0"/>
              <a:t> (explicaciones)</a:t>
            </a:r>
          </a:p>
          <a:p>
            <a:r>
              <a:rPr lang="es-CO" dirty="0"/>
              <a:t>   • </a:t>
            </a:r>
            <a:r>
              <a:rPr lang="es-CO" dirty="0" err="1"/>
              <a:t>agent</a:t>
            </a:r>
            <a:r>
              <a:rPr lang="es-CO" dirty="0"/>
              <a:t> (análisis complejos)</a:t>
            </a:r>
          </a:p>
          <a:p>
            <a:r>
              <a:rPr lang="es-CO" dirty="0"/>
              <a:t>   • </a:t>
            </a:r>
            <a:r>
              <a:rPr lang="es-CO" dirty="0" err="1"/>
              <a:t>genai</a:t>
            </a:r>
            <a:r>
              <a:rPr lang="es-CO" dirty="0"/>
              <a:t> (contexto existente)</a:t>
            </a:r>
          </a:p>
        </p:txBody>
      </p:sp>
      <p:sp>
        <p:nvSpPr>
          <p:cNvPr id="37" name="Arrow: Right 36">
            <a:extLst>
              <a:ext uri="{FF2B5EF4-FFF2-40B4-BE49-F238E27FC236}">
                <a16:creationId xmlns:a16="http://schemas.microsoft.com/office/drawing/2014/main" id="{F4777654-9FED-5B25-6BD6-601222404A69}"/>
              </a:ext>
            </a:extLst>
          </p:cNvPr>
          <p:cNvSpPr/>
          <p:nvPr/>
        </p:nvSpPr>
        <p:spPr>
          <a:xfrm>
            <a:off x="4524375" y="5743575"/>
            <a:ext cx="2486025" cy="35242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933B98B-F696-4A23-47F5-5EFF7B4E624D}"/>
              </a:ext>
            </a:extLst>
          </p:cNvPr>
          <p:cNvSpPr/>
          <p:nvPr/>
        </p:nvSpPr>
        <p:spPr>
          <a:xfrm>
            <a:off x="4986338" y="4229100"/>
            <a:ext cx="771525" cy="628650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Flask</a:t>
            </a:r>
            <a:endParaRPr lang="es-CO" dirty="0"/>
          </a:p>
        </p:txBody>
      </p: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68CF3A14-38D9-F7BC-1ADB-2E9F038D3BF4}"/>
              </a:ext>
            </a:extLst>
          </p:cNvPr>
          <p:cNvCxnSpPr>
            <a:stCxn id="5" idx="3"/>
            <a:endCxn id="38" idx="1"/>
          </p:cNvCxnSpPr>
          <p:nvPr/>
        </p:nvCxnSpPr>
        <p:spPr>
          <a:xfrm flipV="1">
            <a:off x="4238625" y="4543425"/>
            <a:ext cx="747713" cy="9525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06021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129</Words>
  <Application>Microsoft Office PowerPoint</Application>
  <PresentationFormat>Widescreen</PresentationFormat>
  <Paragraphs>25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Jorge Alexander Galan Mendez</dc:creator>
  <cp:lastModifiedBy>Jorge Alexander Galan Mendez</cp:lastModifiedBy>
  <cp:revision>4</cp:revision>
  <dcterms:created xsi:type="dcterms:W3CDTF">2025-12-11T13:49:46Z</dcterms:created>
  <dcterms:modified xsi:type="dcterms:W3CDTF">2025-12-11T14:51:17Z</dcterms:modified>
</cp:coreProperties>
</file>